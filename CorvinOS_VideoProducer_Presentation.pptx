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Placeholder</a:t>
            </a: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Placeholder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Title</a:t>
            </a:r>
            <a:endParaRPr lang="en-US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Content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Section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Title</a:t>
            </a:r>
            <a:endParaRPr lang="en-US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Left</a:t>
            </a:r>
            <a:endParaRPr lang="en-US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Right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CorvinOS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Producer Skill 2.0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 Video Generation mit Maestro + Worker-Architektur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Basierend auf ADR-0692, ADR-0695, ADR-0705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1: Überblick</a:t>
            </a:r>
            <a:endParaRPr 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Problem: Marketing-Videos für CorvinOS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PowerPoint-Folien → Screenshots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Console-Screenshots + Branding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Text-to-Speech Narration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Voice-over mit Timing-Synchronisation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Video-Assembly mit FFmpeg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+ Captions + Encoding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YouTube-Export (optional, async)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Upload + Metadata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Architektur-Herausforderungen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Halluzinationen verhindern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Narration muss aus Analyse-Ergebnissen kommen, nicht erfunden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Phase Gates erzwingen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ist streng sequenziell — out-of-order bricht Video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Granular Feedback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Pro-Szene Feedback für Learning, nicht global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7033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Async Operations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0233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YouTube-Upload darf Console nicht blockieren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2: Kernkomponenten</a:t>
            </a:r>
            <a:endParaRPr lang="en-US" sz="4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os.video_producer: Maestro-Orchestrator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Asset Ingestion </a:t>
            </a:r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assets.json
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Asset Analyzer </a:t>
            </a:r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analysis.json (Fact-Sourcing)
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Storyboard Generation </a:t>
            </a:r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(LLM, constrained to analysis only)
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Parallel Workers
</a:t>
            </a:r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Voice Synthesizer
• Screenshot Capturer
• Slide Renderer
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5: Video Assembly </a:t>
            </a:r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(FFmpeg orchestration)
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6: Feedback Collection </a:t>
            </a:r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(SceneRenderedEvent per scene)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Specialized Worker Skills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F2F2F2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430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worker.asset_analyzer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60320" y="1170432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analysis of PPTs, screenshots (Phase 2)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solidFill>
            <a:srgbClr val="F2F2F2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83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worker.voice_synthesizer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1810512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+ narration timing (Phase 4)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solidFill>
            <a:srgbClr val="F2F2F2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23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worker.screenshot_capturer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2450592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capture + metadata (Phase 4)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solidFill>
            <a:srgbClr val="F2F2F2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063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worker.slide_renderer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3090672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 slides → PNG + branding (Phase 5)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solidFill>
            <a:srgbClr val="F2F2F2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703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worker.video_assembler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60320" y="3730752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orchestration (Phase 6-7)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Designmuster: Dual-Host Architektur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CorvinOS hat ZWEI unabhängige FastAPI-Hosts:
</a:t>
            </a:r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corvin_gateway.app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API-Server mit RelayListener
</a:t>
            </a:r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corvin_console.standalone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CLI-Server (was</a:t>
            </a:r>
            <a:pPr indent="0" marL="0">
              <a:buNone/>
            </a:pPr>
            <a:r>
              <a:rPr lang="en-US" sz="13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corvin serve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startet)
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Beide mounten dieselben A2A-Routen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(/v1/a2a/receive, etc.)
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Fix in nur EINER Datei beeinträchtigt nicht die andere
</a:t>
            </a:r>
            <a:pPr indent="0" marL="0">
              <a:buNone/>
            </a:pPr>
            <a:r>
              <a:rPr lang="en-US" sz="1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Lösung: Grep BEIDE Dateien, explizit klären welcher Host läuft (ps aux)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3: Architekturentscheidungen</a:t>
            </a:r>
            <a:endParaRPr lang="en-US" sz="4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ADR-0692: Phase Gates gegen Halluzinationen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Prinzip: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"Analyse vor Narration"
</a:t>
            </a:r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Phase 2 (Deep Analysis)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ist MANDATORY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Menschliche Faktenchecks (nicht LLM-Guessing)
</a:t>
            </a:r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Storyboard muss 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analysis.json referenzieren
</a:t>
            </a:r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Enforcement: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os.video_producer.AnalysisIncompleteError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wenn analysis.ready_for_narration != true
</a:t>
            </a:r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Resultat: Keine erfundenen Videos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ADR-0692: Preconditions for Sequential Execution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Worker deklariert Hard Dependencies: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@skill.register(preconditions=[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Precondition(path="storyboard.json", must_exist=True)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
</a:t>
            </a:r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✓ Versuch, Worker OHNE erfüllte Preconditions zu rufen:
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SkillPreconditionNotMet Exception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✓ Skill 2.0 Runtime validiert automatisch
</a:t>
            </a:r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Out-of-order Execution unmöglich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ADR-0695: Fine-Grained Learning via Per-Scene Feedback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Statt global "Video war gut":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"scene_id": "s05",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"feedback": "screenshot_cropped_too_tight",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"quality_score": 0.73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lernt: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config.screenshot_capturer.crop_margin += 10px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(nur für Scene-Typ s05)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ADR-0695: Async YouTube Upload (Nicht blockierend)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API Realität:</a:t>
            </a:r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Upload-Limits: 50GB/Tag
• Processing Delays: 10-60 Minuten
• Exponential Backoff erforderlich
</a:t>
            </a:r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Blocking Console auf Upload = Timeout
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Lösung: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worker.youtube_uploader.enqueue()
</a:t>
            </a:r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Returns task_id immediately
</a:t>
            </a:r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Operator polls via corvin task show &lt;task_id&gt;
</a:t>
            </a:r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Async Background Processing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ADR-0705: Unified Asset System + Screenshot Engine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Manager – Extensible Renderer Registry:
</a:t>
            </a:r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TextSlideRenderer (Design System)
</a:t>
            </a:r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SVGDiagramRenderer (Architecture/Flows)
</a:t>
            </a:r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ScreenshotRenderer (Browser Automation)
</a:t>
            </a:r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VideoClipRenderer (Segments)
</a:t>
            </a:r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AnimationRenderer (GIFs/SVGs)
</a:t>
            </a:r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1920×1080 RGB uniform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Engine: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Pluggable Backends (Stub → Playwright → Selenium)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Built-in Annotations (Arrows, Boxes, Circles, Text)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 CorvinOS Code Review System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6-Skill Code Review System (Memory):
</a:t>
            </a:r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code.review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LDD-optimized Orchestrator (3 Altitudes)
</a:t>
            </a:r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corvinOS.review.gates — Compliance, ADR-Gate, Security
</a:t>
            </a:r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corvinOS.review.compliance — GDPR, EU AI Act
</a:t>
            </a:r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corvinOS.review.frontend — Build, TypeScript, E2E
</a:t>
            </a:r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corvinOS.review.backend — Protocol, State Machines, Tests
</a:t>
            </a:r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corvinOS.review.quality — Docs Sync (Hard Constraint)
</a:t>
            </a:r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Video Producer Skill nutzt diesen Flow vor Merge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Fazit: Orchestrated &gt; Monolithic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Modulität:</a:t>
            </a:r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Jeder Worker unabhängig testbar + deploybar
</a:t>
            </a:r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Keine Halluzinationen:</a:t>
            </a:r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Phase Gates + Fact-Sourcing
</a:t>
            </a:r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Sequenzielle Ausführung:</a:t>
            </a:r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Preconditions erzwingen Order
</a:t>
            </a:r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Self-Learning:</a:t>
            </a:r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Per-Scene Feedback → Optimizer
</a:t>
            </a:r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Nicht blockierend:</a:t>
            </a:r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YouTube async Enqueue
</a:t>
            </a:r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Extensible Assets:</a:t>
            </a:r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Unified Manager + Pluggable Renderers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CorvinOS Video Producer Skill 2.0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Maestro + Workers + Learning Loop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ADR-0692 • ADR-0695 • ADR-0705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2026-10-03T18:07:02Z</dcterms:created>
  <dcterms:modified xsi:type="dcterms:W3CDTF">2026-10-03T18:07:02Z</dcterms:modified>
</cp:coreProperties>
</file>