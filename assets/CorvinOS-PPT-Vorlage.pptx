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1.png"/><Relationship Id="rId4" Type="http://schemas.openxmlformats.org/officeDocument/2006/relationships/image" Target="../media/COS_TITLE-image-4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COS_SECTION-image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S_CONTENT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OS_TWOCOL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OS_IMAGETEXT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image" Target="../media/COS_QUOTE-image-3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1.png"/><Relationship Id="rId3" Type="http://schemas.openxmlformats.org/officeDocument/2006/relationships/image" Target="../media/COS_CLOSING-image-3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COS_BLANK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TITL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7498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[object Object],[object Object]</a:t>
            </a:r>
            <a:endParaRPr lang="en-US" sz="3000" dirty="0"/>
          </a:p>
        </p:txBody>
      </p:sp>
      <p:pic>
        <p:nvPicPr>
          <p:cNvPr id="4" name="Image 1" descr="C:\Users\sjurk\.corvin\tenants\_default\sessions\web_n9VrRBnpq_GILQND_hqurQ\assets_build\title_no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6583680" cy="1152144"/>
          </a:xfrm>
          <a:prstGeom prst="rect">
            <a:avLst/>
          </a:prstGeom>
        </p:spPr>
      </p:pic>
      <p:pic>
        <p:nvPicPr>
          <p:cNvPr id="5" name="Image 2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822960" y="27889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Titel der Praesentation</a:t>
            </a:r>
            <a:endParaRPr lang="en-US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822960" y="425196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Untertitel, Datum oder Autor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AI ACT COMPLIANT  ·  SELF-IMPROVING  ·  AGENTIC COMPUTE  ·  GDPR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SECTIO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pic>
        <p:nvPicPr>
          <p:cNvPr id="4" name="Image 1" descr="C:\Users\sjurk\.corvin\tenants\_default\sessions\web_n9VrRBnpq_GILQND_hqurQ\assets_build\section_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74520"/>
            <a:ext cx="612648" cy="292608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137160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2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2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2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Abschnittstitel</a:t>
            </a:r>
            <a:endParaRPr lang="en-US" sz="36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22960" y="44348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Kurze Beschreibung dieses Abschnitts.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57200"/>
            <a:ext cx="9738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1508760"/>
            <a:ext cx="10908792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spcAft>
                <a:spcPts val="1000"/>
              </a:spcAft>
              <a:buSzPct val="100000"/>
              <a:buChar char="–"/>
              <a:def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marL="228600" indent="-2286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oder Aufzaehlung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TWOC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554480"/>
            <a:ext cx="5221224" cy="4526280"/>
          </a:xfrm>
          <a:prstGeom prst="rect">
            <a:avLst/>
          </a:prstGeom>
          <a:solidFill>
            <a:srgbClr val="141A21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18504" y="1554480"/>
            <a:ext cx="5221224" cy="4526280"/>
          </a:xfrm>
          <a:prstGeom prst="rect">
            <a:avLst/>
          </a:prstGeom>
          <a:solidFill>
            <a:srgbClr val="141A21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914400" y="1828800"/>
            <a:ext cx="4672584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03200" indent="-203200">
              <a:spcAft>
                <a:spcPts val="800"/>
              </a:spcAft>
              <a:buSzPct val="100000"/>
              <a:buChar char="–"/>
              <a:def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marL="2032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Spalte 1</a:t>
            </a:r>
            <a:endParaRPr lang="en-US" sz="15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592824" y="1828800"/>
            <a:ext cx="4672584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03200" indent="-203200">
              <a:spcAft>
                <a:spcPts val="800"/>
              </a:spcAft>
              <a:buSzPct val="100000"/>
              <a:buChar char="–"/>
              <a:def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marL="2032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Spalte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IMAGE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Folientitel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554480"/>
            <a:ext cx="5120640" cy="4526280"/>
          </a:xfrm>
          <a:prstGeom prst="rect">
            <a:avLst/>
          </a:prstGeom>
          <a:solidFill>
            <a:srgbClr val="141A21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640080" y="1554480"/>
            <a:ext cx="51206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035040" y="1554480"/>
            <a:ext cx="5513832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03200" indent="-203200">
              <a:spcAft>
                <a:spcPts val="1000"/>
              </a:spcAft>
              <a:buSzPct val="100000"/>
              <a:buChar char="–"/>
              <a:def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Beschreibung zum Bild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QUOT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pic>
        <p:nvPicPr>
          <p:cNvPr id="4" name="Image 1" descr="C:\Users\sjurk\.corvin\tenants\_default\sessions\web_n9VrRBnpq_GILQND_hqurQ\assets_build\quote_no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914400"/>
            <a:ext cx="164592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234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C97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188720" y="2148840"/>
            <a:ext cx="978408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Zitat oder zentrale Kernaussage der Folie.</a:t>
            </a:r>
            <a:endParaRPr lang="en-US" sz="2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1188720" y="46634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Name, Rolle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CLOSING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7048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527048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Vielen Dank fuer Ihre Aufmerksamkeit</a:t>
            </a:r>
            <a:endParaRPr lang="en-US" sz="2800" dirty="0"/>
          </a:p>
        </p:txBody>
      </p:sp>
      <p:pic>
        <p:nvPicPr>
          <p:cNvPr id="5" name="Image 1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3493008"/>
            <a:ext cx="274320" cy="2743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623560" y="34381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[object Object],[object Object]</a:t>
            </a:r>
            <a:endParaRPr lang="en-US" sz="15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1527048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name@corvinos.ai   ·   corvinos.ai</a:t>
            </a:r>
            <a:endParaRPr lang="en-US" sz="1400" dirty="0"/>
          </a:p>
        </p:txBody>
      </p:sp>
      <p:sp>
        <p:nvSpPr>
          <p:cNvPr id="8" name="Text 2"/>
          <p:cNvSpPr/>
          <p:nvPr/>
        </p:nvSpPr>
        <p:spPr>
          <a:xfrm>
            <a:off x="152704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AI ACT COMPLIANT  ·  SELF-IMPROVING  ·  AGENTIC COMPUTE  ·  GDPR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jurk\.corvin\tenants\_default\sessions\web_n9VrRBnpq_GILQND_hqurQ\assets_build\logo-mar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01384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92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www.corvin-labs.com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2788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Titel der Praesentation</a:t>
            </a:r>
            <a:endParaRPr lang="en-US" sz="4000" dirty="0"/>
          </a:p>
        </p:txBody>
      </p:sp>
      <p:sp>
        <p:nvSpPr>
          <p:cNvPr id="3" name="Text 2"/>
          <p:cNvSpPr/>
          <p:nvPr>
            <p:ph idx="106" type="body" hasCustomPrompt="1"/>
          </p:nvPr>
        </p:nvSpPr>
        <p:spPr>
          <a:xfrm>
            <a:off x="822960" y="4251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Untertitel · Datum · Autor:in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822960" y="13716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/ Abschnittstitel</a:t>
            </a:r>
            <a:endParaRPr lang="en-US" sz="36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822960" y="4434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Kurze Beschreibung, worum es in diesem Abschnitt geht.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57200"/>
            <a:ext cx="9738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Standard-Inhaltsfolie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1508760"/>
            <a:ext cx="1090879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Erster Kernpunkt mit kurzer Erlaeuterung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Zweiter Kernpunkt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Dritter Kernpunkt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Vierter Kernpunkt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Vergleich / Zwei Spalten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914400" y="1828800"/>
            <a:ext cx="467258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–"/>
            </a:pPr>
            <a:r>
              <a:rPr lang="en-US" sz="15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Vorteil eins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Vorteil zwei</a:t>
            </a:r>
            <a:endParaRPr lang="en-US" sz="15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592824" y="1828800"/>
            <a:ext cx="467258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–"/>
            </a:pPr>
            <a:r>
              <a:rPr lang="en-US" sz="15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B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Vorteil eins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Vorteil zwei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Bild mit Beschreibung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6035040" y="1554480"/>
            <a:ext cx="55138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Beobachtung oder Kontext zum Bild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Zweiter Punkt zur Erlaeuterung</a:t>
            </a:r>
            <a:endParaRPr lang="en-US" sz="1600" dirty="0"/>
          </a:p>
        </p:txBody>
      </p:sp>
      <p:sp>
        <p:nvSpPr>
          <p:cNvPr id="4" name="Text 2"/>
          <p:cNvSpPr/>
          <p:nvPr>
            <p:ph idx="104" hasCustomPrompt="1"/>
          </p:nvPr>
        </p:nvSpPr>
        <p:spPr>
          <a:xfrm>
            <a:off x="640080" y="1554480"/>
            <a:ext cx="5120640" cy="4526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1188720" y="2148840"/>
            <a:ext cx="9784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 steht die zentrale Kernaussage oder ein pointiertes Zitat.</a:t>
            </a:r>
            <a:endParaRPr lang="en-US" sz="28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1188720" y="4663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Name, Rolle · Unternehmen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527048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Vielen Dank fuer Ihre Aufmerksamkeit</a:t>
            </a:r>
            <a:endParaRPr lang="en-US" sz="28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1527048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name@corvinos.ai   ·   corvinos.ai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CorvinOS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CorvinOS Praesentationsvorlage</dc:title>
  <dc:subject>PptxGenJS Presentation</dc:subject>
  <dc:creator>CorvinOS</dc:creator>
  <cp:lastModifiedBy>CorvinOS</cp:lastModifiedBy>
  <cp:revision>1</cp:revision>
  <dcterms:created xsi:type="dcterms:W3CDTF">2026-09-30T12:58:18Z</dcterms:created>
  <dcterms:modified xsi:type="dcterms:W3CDTF">2026-09-30T12:58:18Z</dcterms:modified>
</cp:coreProperties>
</file>